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similarity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2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how much money is in my account?</c:v>
                  </c:pt>
                  <c:pt idx="1">
                    <c:v>can you help me with my balance?</c:v>
                  </c:pt>
                  <c:pt idx="2">
                    <c:v>remind me what I came in for</c:v>
                  </c:pt>
                  <c:pt idx="3">
                    <c:v>Sorry, what was I asking about?</c:v>
                  </c:pt>
                  <c:pt idx="4">
                    <c:v>did the manager say anything? (ctrl)</c:v>
                  </c:pt>
                  <c:pt idx="5">
                    <c:v>what did we just talk about?</c:v>
                  </c:pt>
                  <c:pt idx="6">
                    <c:v>weather on Jupiter (ctrl)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0.359</c:v>
                </c:pt>
                <c:pt idx="1">
                  <c:v>0.319</c:v>
                </c:pt>
                <c:pt idx="2">
                  <c:v>0.193</c:v>
                </c:pt>
                <c:pt idx="3">
                  <c:v>0.076</c:v>
                </c:pt>
                <c:pt idx="4">
                  <c:v>0.054</c:v>
                </c:pt>
                <c:pt idx="5">
                  <c:v>0.041</c:v>
                </c:pt>
                <c:pt idx="6">
                  <c:v>0.02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A425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A42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3977640"/>
            <a:ext cx="3383280" cy="3383280"/>
          </a:xfrm>
          <a:prstGeom prst="ellipse">
            <a:avLst/>
          </a:prstGeom>
          <a:solidFill>
            <a:srgbClr val="232E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5" name="Image 0" descr="/private/tmp/claude-501/-Users-rishichhabra-Projects-aws-cockroachdb/65a05592-9302-41d3-b03e-38e6299a41f2/scratchpad/omninpc_deck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OmniNPC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21792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Semantic Memory for AI Characters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1792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CockroachDB Distributed Vector Indexing + Amazon Bedrock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Chhabra   ·   Aryan Kandari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6144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× AWS Hackathon — Build with Agentic Memory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agent that remembers everything it was ever told is not a memory system. It is a leak waiting for the right question.”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3483864"/>
            <a:ext cx="82296" cy="822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832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character systems pour every interaction into one shared context.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105656"/>
            <a:ext cx="82296" cy="822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0507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context makes it trivial for a character to reveal something it should never have received.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4727448"/>
            <a:ext cx="82296" cy="822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26864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model nicely not to mention it is not an access-control boundary.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87452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788920"/>
            <a:ext cx="-2148840" cy="1005840"/>
          </a:xfrm>
          <a:prstGeom prst="line">
            <a:avLst/>
          </a:prstGeom>
          <a:noFill/>
          <a:ln w="22225">
            <a:solidFill>
              <a:srgbClr val="D64545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06840" y="2788920"/>
            <a:ext cx="0" cy="1508760"/>
          </a:xfrm>
          <a:prstGeom prst="line">
            <a:avLst/>
          </a:prstGeom>
          <a:noFill/>
          <a:ln w="22225">
            <a:solidFill>
              <a:srgbClr val="D64545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06840" y="2788920"/>
            <a:ext cx="2148840" cy="1005840"/>
          </a:xfrm>
          <a:prstGeom prst="line">
            <a:avLst/>
          </a:prstGeom>
          <a:noFill/>
          <a:ln w="22225">
            <a:solidFill>
              <a:srgbClr val="D64545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37960" y="3794760"/>
            <a:ext cx="640080" cy="64008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8" name="Image 0" descr="/private/tmp/claude-501/-Users-rishichhabra-Projects-aws-cockroachdb/65a05592-9302-41d3-b03e-38e6299a41f2/scratchpad/omninpc_deck/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4" y="3941064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17920" y="4471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0" y="4297680"/>
            <a:ext cx="640080" cy="64008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21" name="Image 1" descr="/private/tmp/claude-501/-Users-rishichhabra-Projects-aws-cockroachdb/65a05592-9302-41d3-b03e-38e6299a41f2/scratchpad/omninpc_deck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4" y="4443984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66760" y="4974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0835640" y="3794760"/>
            <a:ext cx="640080" cy="64008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24" name="Image 2" descr="/private/tmp/claude-501/-Users-rishichhabra-Projects-aws-cockroachdb/65a05592-9302-41d3-b03e-38e6299a41f2/scratchpad/omninpc_deck/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4" y="394106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0" y="4471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55080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8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sees everything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Visibility in the Query — Not the Prompt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/private/tmp/claude-501/-Users-rishichhabra-Projects-aws-cockroachdb/65a05592-9302-41d3-b03e-38e6299a41f2/scratchpad/omninpc_deck/icon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721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memories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810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an NPC id, player id, and session id. Recall requires all three to match — no database path from one character to another's rows.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2679192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0" name="Image 1" descr="/private/tmp/claude-501/-Users-rishichhabra-Projects-aws-cockroachdb/65a05592-9302-41d3-b03e-38e6299a41f2/scratchpad/omninpc_deck/icons/sitem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1635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4261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branch events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NPC owner. Audience is derived from the event type on the server, matched against the requesting character's role.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94360" y="3849624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4" name="Image 2" descr="/private/tmp/claude-501/-Users-rishichhabra-Projects-aws-cockroachdb/65a05592-9302-41d3-b03e-38e6299a41f2/scratchpad/omninpc_deck/icons/lay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8130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provenance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71600" y="415137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separates a character's own memories from official branch bulletins, so retrieved facts carry the right authority.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94360" y="502005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8" name="Image 3" descr="/private/tmp/claude-501/-Users-rishichhabra-Projects-aws-cockroachdb/65a05592-9302-41d3-b03e-38e6299a41f2/scratchpad/omninpc_deck/icons/histor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5721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983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isolation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71600" y="53218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tagged with a per-session id. A reload or new tab starts empty; closing the tab tears that session's rows down.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dialogue turn crosses one database and two Bedrock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 Game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80360" y="19659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23160" y="2377440"/>
            <a:ext cx="4572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33172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/dialogue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32120" y="1051560"/>
            <a:ext cx="2880360" cy="2286000"/>
          </a:xfrm>
          <a:prstGeom prst="roundRect">
            <a:avLst>
              <a:gd name="adj" fmla="val 3200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15000" y="150876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5087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Text Embeddings V2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dims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237744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377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Pro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377440"/>
            <a:ext cx="822960" cy="-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00600" y="2377440"/>
            <a:ext cx="822960" cy="5486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5532120" y="3703320"/>
            <a:ext cx="6172200" cy="1965960"/>
          </a:xfrm>
          <a:prstGeom prst="roundRect">
            <a:avLst>
              <a:gd name="adj" fmla="val 3721"/>
            </a:avLst>
          </a:prstGeom>
          <a:solidFill>
            <a:srgbClr val="EFEBFF"/>
          </a:solidFill>
          <a:ln w="12700">
            <a:solidFill>
              <a:srgbClr val="C9B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15000" y="4160520"/>
            <a:ext cx="2834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9B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416052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memory_embeddings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VECTOR(1024) + vector index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32520" y="4160520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9B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41605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npcs · players · conversations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· shared_branch_events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2697480"/>
            <a:ext cx="1463040" cy="11887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0632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private/shared recall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37033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last few turns as short-term working memory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player's message with Titan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private memories (npc + player + session)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shared events visible to this role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 labelled prompt, generate with Nova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both turns as private memories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 of Memory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7" name="Image 0" descr="/private/tmp/claude-501/-Users-rishichhabra-Projects-aws-cockroachdb/65a05592-9302-41d3-b03e-38e6299a41f2/scratchpad/omninpc_deck/icons/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276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Recall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everything the character has been told. Answers what a memory means — a paraphrase retrieves the earlier topic.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69080" y="12344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private/tmp/claude-501/-Users-rishichhabra-Projects-aws-cockroachdb/65a05592-9302-41d3-b03e-38e6299a41f2/scratchpad/omninpc_deck/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62763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43400" y="21488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6 turns of this conversation, replayed verbatim regardless of score. Answers what was just said — pure pointers carry no topic to embed.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3794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recall similarity by query, vs. Marge's stored balance question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4114800"/>
          <a:ext cx="66751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Shape 12"/>
          <p:cNvSpPr/>
          <p:nvPr/>
        </p:nvSpPr>
        <p:spPr>
          <a:xfrm>
            <a:off x="7360920" y="4114800"/>
            <a:ext cx="4297680" cy="1051560"/>
          </a:xfrm>
          <a:prstGeom prst="roundRect">
            <a:avLst>
              <a:gd name="adj" fmla="val 5217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543800" y="42062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 </a:t>
            </a:r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floor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bars clear it and are recalled;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bars are noise, not a topic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360920" y="534924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7589520" y="546811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the answer comes entirely from the short-term window — not from a lower threshold.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× AWS Hackathon — Build with Agentic Memory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8" name="Image 0" descr="/private/tmp/claude-501/-Users-rishichhabra-Projects-aws-cockroachdb/65a05592-9302-41d3-b03e-38e6299a41f2/scratchpad/omninpc_deck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5623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Distributed Vector Indexing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VECTOR(1024) column and vector index over all character memory; similarity recall scoped by npc, player, and session in the same query.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schema/init.sql · backend/app/memory/retrieval.py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4" name="Image 1" descr="/private/tmp/claude-501/-Users-rishichhabra-Projects-aws-cockroachdb/65a05592-9302-41d3-b03e-38e6299a41f2/scratchpad/omninpc_deck/icons/rout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85623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ccloud CLI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537960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the omninpc database and derives the connection string — no host hardcoded.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53796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scripts/bootstrap.sh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41605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0" name="Image 2" descr="/private/tmp/claude-501/-Users-rishichhabra-Projects-aws-cockroachdb/65a05592-9302-41d3-b03e-38e6299a41f2/scratchpad/omninpc_deck/icons/lay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4165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— Titan Text Embeddings V2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2960" y="52120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vector, at 1024 dimensions.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22960" y="6080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backend/app/providers/bedrock.py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263640" y="41605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25" name="Shape 20"/>
          <p:cNvSpPr/>
          <p:nvPr/>
        </p:nvSpPr>
        <p:spPr>
          <a:xfrm>
            <a:off x="6537960" y="4434840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6" name="Image 3" descr="/private/tmp/claude-501/-Users-rishichhabra-Projects-aws-cockroachdb/65a05592-9302-41d3-b03e-38e6299a41f2/scratchpad/omninpc_deck/icons/comment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720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44165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— Amazon Nova Pro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6537960" y="52120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dialogue, via the Converse API.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537960" y="6080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backend/app/providers/bedrock.py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Scripted Scenarios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scripted demos along the game's top bar — each opens an explainer, then plays out one turn per click  ·  Part 1 of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private/tmp/claude-501/-Users-rishichhabra-Projects-aws-cockroachdb/65a05592-9302-41d3-b03e-38e6299a41f2/scratchpad/omninpc_deck/icons/usert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7335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36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Persuasion Attack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17627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Okafor · Manager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703320" y="1499616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claims to be one of the branch's largest depositors and pressures Daniel to release a $75,000 withdrawal with no forms and no ID — escalating over six turns from flattery to a threat to call his branch director.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03320" y="206654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holds the line because he can see his own accumulating record of the customer's earlier refusals — the resistance comes from retrieved memory, not one instruction in the prompt.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03320" y="254203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9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 </a:t>
            </a:r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is embedded with Titan and stored as a VECTOR(1024) row; recall pulls his prior refusals back by cosine similarity through CockroachDB's distributed vector index.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" y="3154680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355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private/tmp/claude-501/-Users-rishichhabra-Projects-aws-cockroachdb/65a05592-9302-41d3-b03e-38e6299a41f2/scratchpad/omninpc_deck/icons/usersecr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474720"/>
            <a:ext cx="265176" cy="2651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33375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Smurfing the Deposit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31520" y="3977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· Teller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703320" y="330098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tries to break a $180,000 cash deposit into sub-$10,000 chunks across teller windows and days with Marge, hoping to slip under the reporting threshold — textbook structuring.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703320" y="386791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amounts stay in Marge's private memory. Whether the branch reacts is a role-scoped decision: a suspicion event would reach compliance, the manager, and the guard — never the other teller window it was spread across.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703320" y="434340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9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 </a:t>
            </a:r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rows are scoped by npc_id + player_id; a published event's audience is a server-side WHERE role IN (...) — visibility is a query predicate, not a prompt request the model could be talked out of.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02920" y="4956048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5157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private/tmp/claude-501/-Users-rishichhabra-Projects-aws-cockroachdb/65a05592-9302-41d3-b03e-38e6299a41f2/scratchpad/omninpc_deck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276088"/>
            <a:ext cx="265176" cy="2651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51389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Applicant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31520" y="5779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Shah · Loan Officer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703320" y="51023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applicant tells Priya their income is $95,000 early in the conversation, then quietly claims $140,000 a few turns later, hoping she's forgotten the first number.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703320" y="566928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recalls the earlier figure and catches the contradiction — recall works by meaning, not keyword match, so two turns sharing almost no words are still connected.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703320" y="614476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9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 </a:t>
            </a:r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“$95k freelance” line is retrieved by vector similarity when the applicant later says “$140k,” because both embed near the concept of income.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Scripted Scenarios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scripted demos along the game's top bar — each opens an explainer, then plays out one turn per click  ·  Part 2 of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private/tmp/claude-501/-Users-rishichhabra-Projects-aws-cockroachdb/65a05592-9302-41d3-b03e-38e6299a41f2/scratchpad/omninpc_deck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7335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36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Probe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17627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Okafor → Marge · Manager → Teller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703320" y="1499616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confides to Daniel, in private, that they're carrying $60,000 in undeclared cash — then walks straight to Marge and tries to get her to repeat it back.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03320" y="206654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physically cannot retrieve Daniel's private conversation. Isolation is a database boundary, not a promise the model is asked to keep.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03320" y="254203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9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 </a:t>
            </a:r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Marge's recall filters WHERE npc_id = &lt;Marge's id&gt;. Daniel's rows carry a different npc_id and never match her query — there is no join between two characters' private memories.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" y="3154680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355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private/tmp/claude-501/-Users-rishichhabra-Projects-aws-cockroachdb/65a05592-9302-41d3-b03e-38e6299a41f2/scratchpad/omninpc_deck/icons/hist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474720"/>
            <a:ext cx="265176" cy="2651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33375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Promise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31520" y="3977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· Teller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703320" y="330098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insists Marge promised, “yesterday,” to waive all their fees and pre-approve a $5,000 overdraft — growing more confident and specific each turn. None of it happened in this session.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703320" y="386791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claimed past that isn't in this session's collection returns nothing. Marge won't confirm a promise the database never recorded, no matter how insistently the player asserts it.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703320" y="434340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9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 </a:t>
            </a:r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scoped by session_id — each play session is its own collection. Any earlier session's rows are invisible here, so recall comes back empty.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02920" y="4956048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7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5157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private/tmp/claude-501/-Users-rishichhabra-Projects-aws-cockroachdb/65a05592-9302-41d3-b03e-38e6299a41f2/scratchpad/omninpc_deck/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276088"/>
            <a:ext cx="265176" cy="2651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51389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 Windfall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31520" y="5779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Cross · Wealth Advisor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703320" y="51023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tells Victor they're extremely risk-averse and can't afford to lose a cent — then, two turns later, demands their entire $2,000,000 inheritance go all-in on a single meme coin by end of day.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703320" y="566928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  </a:t>
            </a:r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remembers the stated risk tolerance and weighs it against the reckless ask, instead of simply obeying the most recent instruction.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703320" y="614476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9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 </a:t>
            </a:r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“I'm very risk-averse” statement is embedded and stored; vector recall pulls that earlier constraint back when the client later says “all-in on one coin” — connecting two turns that share no keywords.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Readiness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/private/tmp/claude-501/-Users-rishichhabra-Projects-aws-cockroachdb/65a05592-9302-41d3-b03e-38e6299a41f2/scratchpad/omninpc_deck/icon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990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527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a query predicate, not prompt discipline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recall filters on npc_id, player_id, and session_id in the WHERE clause — the guarantee does not depend on the model behaving.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12848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0" name="Image 1" descr="/private/tmp/claude-501/-Users-rishichhabra-Projects-aws-cockroachdb/65a05592-9302-41d3-b03e-38e6299a41f2/scratchpad/omninpc_deck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31720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18541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248716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scripts/verify.py checks both isolation guarantees against what the database returns, never against what the model happened to say.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145536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4" name="Image 2" descr="/private/tmp/claude-501/-Users-rishichhabra-Projects-aws-cockroachdb/65a05592-9302-41d3-b03e-38e6299a41f2/scratchpad/omninpc_deck/icons/cube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6440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1181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cluster, no drift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341985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 and 1024-dim vectors share one CockroachDB cluster — no sync job between a database and a separate vector store.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8" name="Image 3" descr="/private/tmp/claude-501/-Users-rishichhabra-Projects-aws-cockroachdb/65a05592-9302-41d3-b03e-38e6299a41f2/scratchpad/omninpc_deck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197096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05079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34440" y="435254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rate-limited or unauthorized provider mid-session falls back to the configured alternate instead of failing the turn, and logs which one answered.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010912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2" name="Image 4" descr="/private/tmp/claude-501/-Users-rishichhabra-Projects-aws-cockroachdb/65a05592-9302-41d3-b03e-38e6299a41f2/scratchpad/omninpc_deck/icons/ey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129784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49834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234440" y="528523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response returns the exact prompt the character was generated from, rendered live in the memory inspector.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OmniNPC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 — some stages in the scenario are roadmap, not shipped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41B49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8" name="Image 0" descr="/private/tmp/claude-501/-Users-rishichhabra-Projects-aws-cockroachdb/65a05592-9302-41d3-b03e-38e6299a41f2/scratchpad/omninpc_deck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933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2596896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4871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window is a fixed last-6-turns — no summarization yet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3236976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1272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Shared-event recall doesn't constrain events to the requesting branch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3877056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37673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events have no revocation state — withdrawal deletes them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" y="4517136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44074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allows every origin — fine for a local demo, not production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8680" y="5157216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0474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decisions still need a human trigger to publish as an event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0760" y="16002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41B49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5080" y="1874520"/>
            <a:ext cx="502920" cy="502920"/>
          </a:xfrm>
          <a:prstGeom prst="ellipse">
            <a:avLst/>
          </a:prstGeom>
          <a:solidFill>
            <a:srgbClr val="39B57C"/>
          </a:solidFill>
          <a:ln/>
        </p:spPr>
      </p:sp>
      <p:pic>
        <p:nvPicPr>
          <p:cNvPr id="22" name="Image 1" descr="/private/tmp/claude-501/-Users-rishichhabra-Projects-aws-cockroachdb/65a05592-9302-41d3-b03e-38e6299a41f2/scratchpad/omninpc_deck/icons/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993392"/>
            <a:ext cx="265176" cy="26517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9516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400800" y="2596896"/>
            <a:ext cx="64008" cy="64008"/>
          </a:xfrm>
          <a:prstGeom prst="ellipse">
            <a:avLst/>
          </a:prstGeom>
          <a:solidFill>
            <a:srgbClr val="39B57C"/>
          </a:solidFill>
          <a:ln/>
        </p:spPr>
      </p:sp>
      <p:sp>
        <p:nvSpPr>
          <p:cNvPr id="25" name="Text 21"/>
          <p:cNvSpPr/>
          <p:nvPr/>
        </p:nvSpPr>
        <p:spPr>
          <a:xfrm>
            <a:off x="6583680" y="24871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backend on AWS App Runner + game client on S3/CloudFront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0" y="3236976"/>
            <a:ext cx="64008" cy="64008"/>
          </a:xfrm>
          <a:prstGeom prst="ellipse">
            <a:avLst/>
          </a:prstGeom>
          <a:solidFill>
            <a:srgbClr val="39B57C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31272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“Remember me” toggle — NPCs persist memory across reloads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400800" y="3877056"/>
            <a:ext cx="64008" cy="64008"/>
          </a:xfrm>
          <a:prstGeom prst="ellipse">
            <a:avLst/>
          </a:prstGeom>
          <a:solidFill>
            <a:srgbClr val="39B57C"/>
          </a:solidFill>
          <a:ln/>
        </p:spPr>
      </p:sp>
      <p:sp>
        <p:nvSpPr>
          <p:cNvPr id="29" name="Text 25"/>
          <p:cNvSpPr/>
          <p:nvPr/>
        </p:nvSpPr>
        <p:spPr>
          <a:xfrm>
            <a:off x="6583680" y="37673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memory: tell one NPC, another already knows in-session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400800" y="4517136"/>
            <a:ext cx="64008" cy="64008"/>
          </a:xfrm>
          <a:prstGeom prst="ellipse">
            <a:avLst/>
          </a:prstGeom>
          <a:solidFill>
            <a:srgbClr val="39B57C"/>
          </a:solidFill>
          <a:ln/>
        </p:spPr>
      </p:sp>
      <p:sp>
        <p:nvSpPr>
          <p:cNvPr id="31" name="Text 27"/>
          <p:cNvSpPr/>
          <p:nvPr/>
        </p:nvSpPr>
        <p:spPr>
          <a:xfrm>
            <a:off x="6583680" y="44074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link + 3-minute walkthrough video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00800" y="5157216"/>
            <a:ext cx="64008" cy="64008"/>
          </a:xfrm>
          <a:prstGeom prst="ellipse">
            <a:avLst/>
          </a:prstGeom>
          <a:solidFill>
            <a:srgbClr val="39B57C"/>
          </a:solidFill>
          <a:ln/>
        </p:spPr>
      </p:sp>
      <p:sp>
        <p:nvSpPr>
          <p:cNvPr id="33" name="Text 29"/>
          <p:cNvSpPr/>
          <p:nvPr/>
        </p:nvSpPr>
        <p:spPr>
          <a:xfrm>
            <a:off x="6583680" y="50474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trace via the CockroachDB Cloud Managed MCP Server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6858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private/tmp/claude-501/-Users-rishichhabra-Projects-aws-cockroachdb/65a05592-9302-41d3-b03e-38e6299a41f2/scratchpad/omninpc_deck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21792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that lasts — and knows who is allowed to remember what.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365760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8" name="Image 1" descr="/private/tmp/claude-501/-Users-rishichhabra-Projects-aws-cockroachdb/65a05592-9302-41d3-b03e-38e6299a41f2/scratchpad/omninpc_deck/icons/rout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4904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675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github.com/rchhabra13/aws-cockroachdb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" y="425196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1" name="Image 2" descr="/private/tmp/claude-501/-Users-rishichhabra-Projects-aws-cockroachdb/65a05592-9302-41d3-b03e-38e6299a41f2/scratchpad/omninpc_deck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4340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270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94360" y="484632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4" name="Image 3" descr="/private/tmp/claude-501/-Users-rishichhabra-Projects-aws-cockroachdb/65a05592-9302-41d3-b03e-38e6299a41f2/scratchpad/omninpc_deck/icons/datab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3776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8646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Vector Search  ·  Amazon Bedrock (Nova + Titan)  ·  FastAPI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943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Chhabra  ·  Aryan Kandari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2026-08-18T20:15:12Z</dcterms:created>
  <dcterms:modified xsi:type="dcterms:W3CDTF">2026-08-18T20:15:12Z</dcterms:modified>
</cp:coreProperties>
</file>